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66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49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C9A96E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kern="0" spc="8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AdiShila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96E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आदिशिला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931920" y="2834640"/>
            <a:ext cx="1280160" cy="0"/>
          </a:xfrm>
          <a:prstGeom prst="line">
            <a:avLst/>
          </a:prstGeom>
          <a:noFill/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3017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PRIMORDIAL STONE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0" y="3657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Product Catalogue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41148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Sacred Shungite Artifacts from Karelia, Russia</a:t>
            </a:r>
            <a:endParaRPr lang="en-US" sz="1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for the Indian Spiritual &amp; Wellness Market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SHUNGITE?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D0D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Only Natural Fullerene C60 Mineral on Earth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Billion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Old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Formed during the Precambrian era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16459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C60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51760" y="2331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Fullerene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88920" y="2743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Prize molecule (1996)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6459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2331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743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Karelia, Russia — nowhere else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0" y="16459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EMF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95160" y="2743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radiation shielding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AdiShila is the first brand to bring authentic Karelian shungite to the Indian market — adapted for Vedic, Vastu, and Ayurvedic traditions.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0D0D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01 OF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Kavach Shield — OM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कवच शील्ड — ॐ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0" y="457200"/>
            <a:ext cx="1920240" cy="3200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457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EMF PROTECTION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83280" y="1605189"/>
            <a:ext cx="227148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shungite plate in the sacred OM shape. Laser-engraved lines filled with gold paint. Adheres to any phone case via 3M VHB tape. Dual positioning: EMF radiation absorption + sacred symbol of protection.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31690" y="1582328"/>
            <a:ext cx="3133635" cy="181009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0" y="1783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852160" y="2103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9440" y="2103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25 mm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2441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49440" y="24414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– 3.0 mm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0" y="27797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49440" y="27797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6 grams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52160" y="31181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Adhesive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49440" y="31181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 VHB removable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83772" y="3497580"/>
            <a:ext cx="8081554" cy="283464"/>
          </a:xfrm>
          <a:prstGeom prst="rect">
            <a:avLst/>
          </a:prstGeom>
          <a:solidFill>
            <a:srgbClr val="0D0D15"/>
          </a:solidFill>
          <a:ln/>
        </p:spPr>
      </p:sp>
      <p:sp>
        <p:nvSpPr>
          <p:cNvPr id="20" name="Text 18"/>
          <p:cNvSpPr/>
          <p:nvPr/>
        </p:nvSpPr>
        <p:spPr>
          <a:xfrm>
            <a:off x="718458" y="3429000"/>
            <a:ext cx="769402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2C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"Carry the sacred vibration of OM on the device you use most."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2651760" cy="77724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1605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4864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₹800 (25+ pcs)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383280" y="411480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83280" y="41605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MRP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38328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0D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₹1,499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217920" y="411480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17920" y="41605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MARGIN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21792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0D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46.6%</a:t>
            </a:r>
            <a:endParaRPr lang="en-US" sz="2000" dirty="0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EAF27F03-BBC2-2592-C22E-3D4A098A29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59" r="5136"/>
          <a:stretch/>
        </p:blipFill>
        <p:spPr>
          <a:xfrm>
            <a:off x="54102" y="1506548"/>
            <a:ext cx="3112436" cy="19315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"/>
            <a:ext cx="9144000" cy="1463040"/>
          </a:xfrm>
          <a:prstGeom prst="rect">
            <a:avLst/>
          </a:prstGeom>
          <a:solidFill>
            <a:srgbClr val="0D0D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02 OF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Vastu Dosh Pyramid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वास्तु दोष पिरामिड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0" y="457200"/>
            <a:ext cx="1920240" cy="3200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457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VASTU SHASTRA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83280" y="1860804"/>
            <a:ext cx="2016034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shungite pyramid with copper foil band around the base. Black shungite absorbs negative energy; copper band conducts Prana per Vedic tradition. For room corners, routers, and office desks.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1691640"/>
            <a:ext cx="31089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0" y="1783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852160" y="2103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9440" y="2103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– 50 mm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2441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49440" y="24414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40 mm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0" y="27797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49440" y="27797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– 120 grams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52160" y="31181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Band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49440" y="31181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mm foil tape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8321040" cy="338328"/>
          </a:xfrm>
          <a:prstGeom prst="rect">
            <a:avLst/>
          </a:prstGeom>
          <a:solidFill>
            <a:srgbClr val="0D0D1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6118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2C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"Pyramid geometry meets Earth's oldest mineral. Copper-activated for Vastu correction."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2651760" cy="77724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1605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4864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₹1,100 (25+ pcs)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383280" y="411480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83280" y="41605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MRP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38328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0D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₹2,199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217920" y="411480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17920" y="41605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MARGIN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21792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0D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50.0%</a:t>
            </a:r>
            <a:endParaRPr lang="en-US" sz="2000" dirty="0"/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1BCDEA9F-04EF-6B10-095F-BD0DED6E1D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85" r="5342"/>
          <a:stretch/>
        </p:blipFill>
        <p:spPr>
          <a:xfrm>
            <a:off x="147320" y="1709928"/>
            <a:ext cx="2997200" cy="18231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0D0D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03 OF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Rudra-Shila Raksha Mala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रुद्र-शिला रक्षा माला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0" y="457200"/>
            <a:ext cx="1920240" cy="3200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457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PROTECTION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83280" y="1952570"/>
            <a:ext cx="2286000" cy="1238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mala: 26 polished 8mm shungite beads + 1 </a:t>
            </a:r>
            <a:r>
              <a:rPr lang="en-US" sz="110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Mukhi</a:t>
            </a: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Rudraksha = 27 beads (sacred Vedic number). Elastic cord, unisex. Entry-level product — affordable, wearable, giftable. Volume seller.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1691640"/>
            <a:ext cx="31089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0" y="1783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852160" y="2103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Bead Size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9440" y="2103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mm polished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2441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49440" y="24414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(26 shungite + 1 Rudraksha)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0" y="27797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Size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49440" y="27797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– 20 cm stretch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52160" y="31181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49440" y="31181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– 20 grams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8046720" cy="393192"/>
          </a:xfrm>
          <a:prstGeom prst="rect">
            <a:avLst/>
          </a:prstGeom>
          <a:solidFill>
            <a:srgbClr val="0D0D1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6616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2C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shield of Rudra meets the oldest mineral on Earth. 27 beads, 27 nakshatras."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2651760" cy="77724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1605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4864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₹900 (25+ pcs)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383280" y="411480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83280" y="41605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MRP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38328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0D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₹1,499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217920" y="411480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17920" y="41605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MARGIN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21792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0D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40.0%</a:t>
            </a:r>
            <a:endParaRPr lang="en-US" sz="2000" dirty="0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B6467D7C-3885-E202-0F9F-3BA7F810F9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83" r="5509"/>
          <a:stretch/>
        </p:blipFill>
        <p:spPr>
          <a:xfrm>
            <a:off x="45379" y="1546787"/>
            <a:ext cx="3246461" cy="19965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0D0D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04 OF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Amrit Jal Shuddhi Set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अमृत जल शुद्धि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0" y="457200"/>
            <a:ext cx="1920240" cy="320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457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AYURVEDA WELLNESS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113313" y="1805940"/>
            <a:ext cx="2293983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purification ritual set: 300g washed shungite chips in a cotton/jute drawstring pouch with a copper coin. Designed for 3 litres (100g per litre). Shungite absorbs impurities; copper ionises water per Ayurvedic Tamra Jal tradition. Drop into any vessel, soak 6–8 hours.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1691640"/>
            <a:ext cx="31089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0" y="1783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852160" y="2103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Shungite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9440" y="2103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300g washed chips (for 3 L)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2441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49440" y="24414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Cotton/jute drawstring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0" y="27797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49440" y="27797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coin/disc insert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52160" y="31181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Lifespan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49440" y="31181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– 12 months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8321040" cy="411480"/>
          </a:xfrm>
          <a:prstGeom prst="rect">
            <a:avLst/>
          </a:prstGeom>
          <a:solidFill>
            <a:srgbClr val="0D0D1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6616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2C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"Ayurvedic copper water meets the purifying power of a 2-billion-year-old mineral."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2651760" cy="77724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1605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4864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₹950 (25+ sets)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383280" y="411480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83280" y="41605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MRP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38328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0D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₹1,999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217920" y="411480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17920" y="41605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MARGIN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21792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0D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52.5%</a:t>
            </a:r>
            <a:endParaRPr lang="en-US" sz="2000" dirty="0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D09AD2F-B2F1-EB96-1A4A-E3B9699DE3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89" t="13971" r="1938"/>
          <a:stretch/>
        </p:blipFill>
        <p:spPr>
          <a:xfrm>
            <a:off x="101600" y="1508714"/>
            <a:ext cx="2651760" cy="21031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0D0D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05 OF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Shila Raksha Pendant — OM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शिला रक्षा पेंडेंट — ॐ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0" y="457200"/>
            <a:ext cx="1920240" cy="320040"/>
          </a:xfrm>
          <a:prstGeom prst="rect">
            <a:avLst/>
          </a:prstGeom>
          <a:solidFill>
            <a:srgbClr val="0D0D1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457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JEWELLERY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120571" y="1732788"/>
            <a:ext cx="245726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shungite disc pendant (25–30mm) with laser-engraved OM in gold paint. Waxed cotton cord (~50cm, adjustable). Worn at Vishuddha (throat) chakra for continuous EMF shielding. Unisex, daily wear.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696212"/>
            <a:ext cx="31089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0" y="1783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852160" y="2103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9440" y="2103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35 mm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2441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49440" y="24414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6 mm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0" y="27797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49440" y="27797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– 12 grams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52160" y="31181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49440" y="31181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Waxed cotton, adjustable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2342" y="3703320"/>
            <a:ext cx="8267337" cy="347472"/>
          </a:xfrm>
          <a:prstGeom prst="rect">
            <a:avLst/>
          </a:prstGeom>
          <a:solidFill>
            <a:srgbClr val="0D0D1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6616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2C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"An ancient stone at your heart. The eternal vibration of OM — every day, everywhere."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2651760" cy="77724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1605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4864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₹700 (25+ pcs)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383280" y="411480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83280" y="41605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MRP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38328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0D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₹1,299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217920" y="411480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17920" y="41605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MARGIN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21792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0D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46.1%</a:t>
            </a:r>
            <a:endParaRPr lang="en-US" sz="2000" dirty="0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A91B3F3B-E073-D445-E5B8-0D386D7331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715" t="11681" r="22614" b="13490"/>
          <a:stretch/>
        </p:blipFill>
        <p:spPr>
          <a:xfrm>
            <a:off x="36647" y="1507874"/>
            <a:ext cx="2693127" cy="20957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LINEUP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D0D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Products, 5 Categories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7863840" cy="19202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9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9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Wholesale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Kavach Shield 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EMF Protection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₹1,499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Vastu Dosh Pyramid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Vastu Shastra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₹2,199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Rudra-Shila Raksha Mala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Protection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₹1,499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Amrit Jal Shuddhi 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Ayurveda Wellness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₹1,999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Shila Raksha Pendant 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Jewellery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prices exclusive of GST 18%. MOQ 25 pcs/SKU first order, 10 pcs reorders. Margin calculated on MRP (pre-GST).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D0D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Wholesale Terms &amp; Conditions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261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ORDER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pcs per SKU (first order)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pcs per SKU (reorders)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Samples: ₹500/SKU + shipping (refundable)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261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892040" y="15087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order: 50% advance, 50% on dispatch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Reorders: 50% advance, 50% on dispatch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transfer / UPI / Razorpay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450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shipping: 5–7 business days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shipping on orders above ₹25,000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Insured against transit damage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237744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450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BREAKAGE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92040" y="26974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items replaced free with photo proof within 48 hours.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colour/texture variations are authentic features.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6393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SUPPORT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" y="38862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 product images provided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creatives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info cards with each product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authenticity verification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356616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6393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&amp; IMPORT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92040" y="38862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6815.99 · GST 18% extra on WS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₹800 + ₹144 GST = ₹944 landed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duties included in WS · GST invoices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274320"/>
            <a:ext cx="4572000" cy="4572000"/>
          </a:xfrm>
          <a:prstGeom prst="ellipse">
            <a:avLst/>
          </a:prstGeom>
          <a:solidFill>
            <a:srgbClr val="C9A96E">
              <a:alpha val="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Stocking AdiShila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931920" y="1737360"/>
            <a:ext cx="1280160" cy="0"/>
          </a:xfrm>
          <a:prstGeom prst="line">
            <a:avLst/>
          </a:prstGeom>
          <a:noFill/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011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samples, place a wholesale order,</a:t>
            </a:r>
            <a:endParaRPr lang="en-US" sz="13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discuss exclusive territory partnerships.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4572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D0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SAMPLES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36576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info@adishila</a:t>
            </a:r>
            <a:r>
              <a:rPr lang="en-US" sz="11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AdiShila  ·  आदिशिला  ·  The Primordial Stone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2057</TotalTime>
  <Words>925</Words>
  <Application>Microsoft Macintosh PowerPoint</Application>
  <PresentationFormat>Экран (16:9)</PresentationFormat>
  <Paragraphs>207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AdiShila — B2B Product Catalogue 2026</dc:title>
  <dc:subject>PptxGenJS Presentation</dc:subject>
  <dc:creator>AdiShila</dc:creator>
  <cp:lastModifiedBy>Виктор Кокушкин</cp:lastModifiedBy>
  <cp:revision>7</cp:revision>
  <dcterms:created xsi:type="dcterms:W3CDTF">2026-03-28T15:15:01Z</dcterms:created>
  <dcterms:modified xsi:type="dcterms:W3CDTF">2026-05-07T12:49:27Z</dcterms:modified>
</cp:coreProperties>
</file>